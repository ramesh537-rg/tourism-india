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ncredindia.netlify.ap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rop_a_wide_vibrant_landscape_architecture_photo_like.png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69080" cy="6858000"/>
          </a:xfrm>
          <a:prstGeom prst="rect">
            <a:avLst/>
          </a:prstGeom>
        </p:spPr>
      </p:pic>
      <p:pic>
        <p:nvPicPr>
          <p:cNvPr id="4" name="Picture 3" descr="crop_a_wide_ultra_detailed_landscape_photograph_scene.png_4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0"/>
            <a:ext cx="4069080" cy="6858000"/>
          </a:xfrm>
          <a:prstGeom prst="rect">
            <a:avLst/>
          </a:prstGeom>
        </p:spPr>
      </p:pic>
      <p:pic>
        <p:nvPicPr>
          <p:cNvPr id="5" name="Picture 4" descr="crop_a_wide_vibrant_tropical_beach_sunset_scene_cinem.png_890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0"/>
            <a:ext cx="4050791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44" y="9144"/>
            <a:ext cx="4069080" cy="685800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69080" y="0"/>
            <a:ext cx="4069080" cy="685800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138160" y="0"/>
            <a:ext cx="4050791" cy="685800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874518" y="585216"/>
            <a:ext cx="8567929" cy="5559552"/>
          </a:xfrm>
          <a:prstGeom prst="round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40280" y="1417320"/>
            <a:ext cx="77266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ptos"/>
              </a:rPr>
              <a:t>INCREDIBLE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993392"/>
            <a:ext cx="77266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 i="0">
                <a:solidFill>
                  <a:srgbClr val="F5A92A"/>
                </a:solidFill>
                <a:latin typeface="Aptos"/>
              </a:rPr>
              <a:t>TOURISM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788920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 dirty="0">
                <a:solidFill>
                  <a:srgbClr val="FFFFFF"/>
                </a:solidFill>
                <a:latin typeface="Aptos"/>
              </a:rPr>
              <a:t>Explore  •  Discover  • 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246120"/>
            <a:ext cx="74980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 dirty="0">
                <a:solidFill>
                  <a:srgbClr val="DCE8F2"/>
                </a:solidFill>
                <a:latin typeface="Aptos"/>
              </a:rPr>
              <a:t>A Smart Tourism Website with API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3776472"/>
            <a:ext cx="3886200" cy="1207008"/>
          </a:xfrm>
          <a:prstGeom prst="roundRect">
            <a:avLst/>
          </a:prstGeom>
          <a:solidFill>
            <a:srgbClr val="EF7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87952" y="3855754"/>
            <a:ext cx="3822191" cy="9387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PRESENTED BY  •  MOHAN SAI</a:t>
            </a:r>
            <a:endParaRPr lang="en-US" sz="1100" b="1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lang="en-US" sz="1100" b="1" i="0" dirty="0">
                <a:solidFill>
                  <a:srgbClr val="FFFFFF"/>
                </a:solidFill>
                <a:latin typeface="Aptos"/>
              </a:rPr>
              <a:t>                                              </a:t>
            </a:r>
            <a:r>
              <a:rPr lang="en-US" sz="1100" b="1" i="0" dirty="0" err="1">
                <a:solidFill>
                  <a:srgbClr val="FFFFFF"/>
                </a:solidFill>
                <a:latin typeface="Aptos"/>
              </a:rPr>
              <a:t>Rameshnaidu</a:t>
            </a:r>
            <a:endParaRPr lang="en-US" sz="1100" b="1" i="0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Aptos"/>
              </a:rPr>
              <a:t>                               Geetha</a:t>
            </a: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Aptos"/>
              </a:rPr>
              <a:t>                                Deepak</a:t>
            </a: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Aptos"/>
              </a:rPr>
              <a:t>                             Bunny 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68880" y="5140711"/>
            <a:ext cx="714146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 dirty="0">
                <a:solidFill>
                  <a:srgbClr val="DCE8F2"/>
                </a:solidFill>
                <a:latin typeface="Aptos"/>
              </a:rPr>
              <a:t>Maps  •  Places  •  Geocoding  •  Weather  • 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0992" y="5440680"/>
            <a:ext cx="731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Aptos"/>
              </a:rPr>
              <a:t>🇮🇳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475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EF7526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0F2342"/>
                </a:solidFill>
                <a:latin typeface="Aptos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768096"/>
            <a:ext cx="9875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A646E"/>
                </a:solidFill>
                <a:latin typeface="Aptos"/>
              </a:rPr>
              <a:t>A digital platform for discovering India's cultural, natural and historical destinations</a:t>
            </a:r>
          </a:p>
        </p:txBody>
      </p:sp>
      <p:pic>
        <p:nvPicPr>
          <p:cNvPr id="6" name="Picture 5" descr="crop_wide_scenic_tropical_riverscape_at_golden_hour_sun.png_855_1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207008"/>
            <a:ext cx="3794760" cy="48280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5074920"/>
            <a:ext cx="3794760" cy="960120"/>
          </a:xfrm>
          <a:prstGeom prst="round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28431" y="5239512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EXPLORE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8431" y="5541264"/>
            <a:ext cx="3383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>
                <a:solidFill>
                  <a:srgbClr val="DCE6F0"/>
                </a:solidFill>
                <a:latin typeface="Aptos"/>
              </a:rPr>
              <a:t>Nature • Heritage • Adventure • Culture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298448"/>
            <a:ext cx="6492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0F2342"/>
                </a:solidFill>
                <a:latin typeface="Aptos"/>
              </a:rPr>
              <a:t>One website. Many travel experiences.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74519"/>
            <a:ext cx="65379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E2630"/>
                </a:solidFill>
                <a:latin typeface="Aptos"/>
              </a:rPr>
              <a:t>The project combines an attractive tourism interface with API-powered location services so users can search destinations, view locations and explore nearby places.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632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59" y="3246120"/>
            <a:ext cx="566928" cy="566928"/>
          </a:xfrm>
          <a:prstGeom prst="roundRect">
            <a:avLst/>
          </a:prstGeom>
          <a:solidFill>
            <a:srgbClr val="1B75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3337560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218688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  <a:latin typeface="Aptos"/>
              </a:rPr>
              <a:t>Discover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566160"/>
            <a:ext cx="2194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E2630"/>
                </a:solidFill>
                <a:latin typeface="Aptos"/>
              </a:rPr>
              <a:t>Explore tourist destinations and attractions.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30632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33672" y="3246120"/>
            <a:ext cx="566928" cy="566928"/>
          </a:xfrm>
          <a:prstGeom prst="roundRect">
            <a:avLst/>
          </a:prstGeom>
          <a:solidFill>
            <a:srgbClr val="16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33672" y="3337560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218688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  <a:latin typeface="Aptos"/>
              </a:rPr>
              <a:t>Locate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566160"/>
            <a:ext cx="2194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E2630"/>
                </a:solidFill>
                <a:latin typeface="Aptos"/>
              </a:rPr>
              <a:t>Convert place names into coordinates and map locations.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177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959" y="4800600"/>
            <a:ext cx="566928" cy="566928"/>
          </a:xfrm>
          <a:prstGeom prst="roundRect">
            <a:avLst/>
          </a:prstGeom>
          <a:solidFill>
            <a:srgbClr val="EF7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" y="4892040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7048" y="4773168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  <a:latin typeface="Aptos"/>
              </a:rPr>
              <a:t>Explore Nearby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7048" y="5120640"/>
            <a:ext cx="2194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E2630"/>
                </a:solidFill>
                <a:latin typeface="Aptos"/>
              </a:rPr>
              <a:t>Find attractions and useful services around a destination.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69080" y="46177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233672" y="4800600"/>
            <a:ext cx="566928" cy="566928"/>
          </a:xfrm>
          <a:prstGeom prst="roundRect">
            <a:avLst/>
          </a:prstGeom>
          <a:solidFill>
            <a:srgbClr val="24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33672" y="4892040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773168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  <a:latin typeface="Aptos"/>
              </a:rPr>
              <a:t>Stay Informed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120640"/>
            <a:ext cx="2194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E2630"/>
                </a:solidFill>
                <a:latin typeface="Aptos"/>
              </a:rPr>
              <a:t>Use external APIs for dynamic travel information.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737D87"/>
                </a:solidFill>
                <a:latin typeface="Aptos"/>
              </a:rPr>
              <a:t>INCREDIBLE INDIA TOURISM  •  API PROJECT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475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EF7526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0F2342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768096"/>
            <a:ext cx="9875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A646E"/>
                </a:solidFill>
                <a:latin typeface="Aptos"/>
              </a:rPr>
              <a:t>Common challenges when tourism information is spread across multiple services</a:t>
            </a:r>
          </a:p>
        </p:txBody>
      </p:sp>
      <p:pic>
        <p:nvPicPr>
          <p:cNvPr id="6" name="Picture 5" descr="crop_a_wide_cinematic_landscape_architectural_travel_p.png_0_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8720"/>
            <a:ext cx="3977639" cy="5257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074920"/>
            <a:ext cx="3977639" cy="137160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486400"/>
            <a:ext cx="3337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HERITAGE • HISTORY • CULTURE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7086600" cy="987552"/>
          </a:xfrm>
          <a:prstGeom prst="round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0" y="1481328"/>
            <a:ext cx="530352" cy="530352"/>
          </a:xfrm>
          <a:prstGeom prst="roundRect">
            <a:avLst/>
          </a:prstGeom>
          <a:solidFill>
            <a:srgbClr val="EF7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72768"/>
            <a:ext cx="5303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5232" y="1435607"/>
            <a:ext cx="2331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  <a:latin typeface="Aptos"/>
              </a:rPr>
              <a:t>Information is scattered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435607"/>
            <a:ext cx="3611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E2630"/>
                </a:solidFill>
                <a:latin typeface="Aptos"/>
              </a:rPr>
              <a:t>Users may need multiple websites and apps to gather travel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2542032"/>
            <a:ext cx="7086600" cy="987552"/>
          </a:xfrm>
          <a:prstGeom prst="round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0" y="2697480"/>
            <a:ext cx="530352" cy="530352"/>
          </a:xfrm>
          <a:prstGeom prst="roundRect">
            <a:avLst/>
          </a:prstGeom>
          <a:solidFill>
            <a:srgbClr val="1B75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788920"/>
            <a:ext cx="5303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2651760"/>
            <a:ext cx="2331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  <a:latin typeface="Aptos"/>
              </a:rPr>
              <a:t>Location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651760"/>
            <a:ext cx="3611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E2630"/>
                </a:solidFill>
                <a:latin typeface="Aptos"/>
              </a:rPr>
              <a:t>Finding nearby attractions, services and exact coordinates can take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758184"/>
            <a:ext cx="7086600" cy="987552"/>
          </a:xfrm>
          <a:prstGeom prst="round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72000" y="3913632"/>
            <a:ext cx="530352" cy="530352"/>
          </a:xfrm>
          <a:prstGeom prst="roundRect">
            <a:avLst/>
          </a:prstGeom>
          <a:solidFill>
            <a:srgbClr val="16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4005072"/>
            <a:ext cx="5303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3867912"/>
            <a:ext cx="2331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  <a:latin typeface="Aptos"/>
              </a:rPr>
              <a:t>Static 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867912"/>
            <a:ext cx="3611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E2630"/>
                </a:solidFill>
                <a:latin typeface="Aptos"/>
              </a:rPr>
              <a:t>A static website cannot easily request changing location-based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2" y="4974336"/>
            <a:ext cx="7086600" cy="987552"/>
          </a:xfrm>
          <a:prstGeom prst="round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572000" y="5129784"/>
            <a:ext cx="530352" cy="530352"/>
          </a:xfrm>
          <a:prstGeom prst="roundRect">
            <a:avLst/>
          </a:prstGeom>
          <a:solidFill>
            <a:srgbClr val="24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5221224"/>
            <a:ext cx="5303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5084064"/>
            <a:ext cx="2331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  <a:latin typeface="Aptos"/>
              </a:rPr>
              <a:t>Disconnected journey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5084064"/>
            <a:ext cx="3611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E2630"/>
                </a:solidFill>
                <a:latin typeface="Aptos"/>
              </a:rPr>
              <a:t>Search, maps, places and other information are often separate steps.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737D87"/>
                </a:solidFill>
                <a:latin typeface="Aptos"/>
              </a:rPr>
              <a:t>INCREDIBLE INDIA TOURISM  •  API PROJECT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475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EF7526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768096"/>
            <a:ext cx="9875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D7E1EB"/>
                </a:solidFill>
                <a:latin typeface="Aptos"/>
              </a:rPr>
              <a:t>A unified tourism experience connecting the website UI to external API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2148840" cy="1234440"/>
          </a:xfrm>
          <a:prstGeom prst="roundRect">
            <a:avLst/>
          </a:prstGeom>
          <a:solidFill>
            <a:srgbClr val="EF7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176272"/>
            <a:ext cx="21488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78608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Aptos"/>
              </a:rPr>
              <a:t>Search destination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2587752"/>
            <a:ext cx="685800" cy="0"/>
          </a:xfrm>
          <a:prstGeom prst="line">
            <a:avLst/>
          </a:prstGeom>
          <a:ln w="38100">
            <a:solidFill>
              <a:srgbClr val="CD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9000" y="1965960"/>
            <a:ext cx="2148840" cy="1234440"/>
          </a:xfrm>
          <a:prstGeom prst="roundRect">
            <a:avLst/>
          </a:prstGeom>
          <a:solidFill>
            <a:srgbClr val="1B75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2176272"/>
            <a:ext cx="21488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578608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Aptos"/>
              </a:rPr>
              <a:t>HTML • CSS • JS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77840" y="2587752"/>
            <a:ext cx="685800" cy="0"/>
          </a:xfrm>
          <a:prstGeom prst="line">
            <a:avLst/>
          </a:prstGeom>
          <a:ln w="38100">
            <a:solidFill>
              <a:srgbClr val="CD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1965960"/>
            <a:ext cx="2148840" cy="1234440"/>
          </a:xfrm>
          <a:prstGeom prst="roundRect">
            <a:avLst/>
          </a:prstGeom>
          <a:solidFill>
            <a:srgbClr val="16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2176272"/>
            <a:ext cx="21488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API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2578608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Aptos"/>
              </a:rPr>
              <a:t>REST • JSON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0" y="2587752"/>
            <a:ext cx="685800" cy="0"/>
          </a:xfrm>
          <a:prstGeom prst="line">
            <a:avLst/>
          </a:prstGeom>
          <a:ln w="38100">
            <a:solidFill>
              <a:srgbClr val="CD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98280" y="1965960"/>
            <a:ext cx="2148840" cy="1234440"/>
          </a:xfrm>
          <a:prstGeom prst="roundRect">
            <a:avLst/>
          </a:prstGeom>
          <a:solidFill>
            <a:srgbClr val="24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2176272"/>
            <a:ext cx="21488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2578608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Aptos"/>
              </a:rPr>
              <a:t>Places • Map •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794760"/>
            <a:ext cx="5166360" cy="1051560"/>
          </a:xfrm>
          <a:prstGeom prst="roundRect">
            <a:avLst/>
          </a:prstGeom>
          <a:solidFill>
            <a:srgbClr val="1F3757"/>
          </a:solidFill>
          <a:ln>
            <a:solidFill>
              <a:srgbClr val="41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2959" y="3959352"/>
            <a:ext cx="594360" cy="594360"/>
          </a:xfrm>
          <a:prstGeom prst="roundRect">
            <a:avLst/>
          </a:prstGeom>
          <a:solidFill>
            <a:srgbClr val="1B75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4078224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922776"/>
            <a:ext cx="192024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Destination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288536"/>
            <a:ext cx="3886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D7E4EE"/>
                </a:solidFill>
                <a:latin typeface="Aptos"/>
              </a:rPr>
              <a:t>Search Indian places quickly.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94760"/>
            <a:ext cx="5166360" cy="1051560"/>
          </a:xfrm>
          <a:prstGeom prst="roundRect">
            <a:avLst/>
          </a:prstGeom>
          <a:solidFill>
            <a:srgbClr val="1F3757"/>
          </a:solidFill>
          <a:ln>
            <a:solidFill>
              <a:srgbClr val="41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55079" y="3959352"/>
            <a:ext cx="594360" cy="594360"/>
          </a:xfrm>
          <a:prstGeom prst="roundRect">
            <a:avLst/>
          </a:prstGeom>
          <a:solidFill>
            <a:srgbClr val="16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79" y="4078224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88" y="3922776"/>
            <a:ext cx="192024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Location &amp; Maps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88" y="4288536"/>
            <a:ext cx="3886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D7E4EE"/>
                </a:solidFill>
                <a:latin typeface="Aptos"/>
              </a:rPr>
              <a:t>Display coordinates and locations.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120640"/>
            <a:ext cx="5166360" cy="1051560"/>
          </a:xfrm>
          <a:prstGeom prst="roundRect">
            <a:avLst/>
          </a:prstGeom>
          <a:solidFill>
            <a:srgbClr val="1F3757"/>
          </a:solidFill>
          <a:ln>
            <a:solidFill>
              <a:srgbClr val="41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22959" y="5285232"/>
            <a:ext cx="594360" cy="594360"/>
          </a:xfrm>
          <a:prstGeom prst="roundRect">
            <a:avLst/>
          </a:prstGeom>
          <a:solidFill>
            <a:srgbClr val="EF7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59" y="5404104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72768" y="5248656"/>
            <a:ext cx="192024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Nearby Places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5614416"/>
            <a:ext cx="3886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D7E4EE"/>
                </a:solidFill>
                <a:latin typeface="Aptos"/>
              </a:rPr>
              <a:t>Discover attractions and services.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0488" y="5120640"/>
            <a:ext cx="5166360" cy="1051560"/>
          </a:xfrm>
          <a:prstGeom prst="roundRect">
            <a:avLst/>
          </a:prstGeom>
          <a:solidFill>
            <a:srgbClr val="1F3757"/>
          </a:solidFill>
          <a:ln>
            <a:solidFill>
              <a:srgbClr val="41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355079" y="5285232"/>
            <a:ext cx="594360" cy="594360"/>
          </a:xfrm>
          <a:prstGeom prst="roundRect">
            <a:avLst/>
          </a:prstGeom>
          <a:solidFill>
            <a:srgbClr val="24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79" y="5404104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04888" y="5248656"/>
            <a:ext cx="192024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API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4888" y="5614416"/>
            <a:ext cx="3886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D7E4EE"/>
                </a:solidFill>
                <a:latin typeface="Aptos"/>
              </a:rPr>
              <a:t>Fetch external JSON data.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C8D7E6"/>
                </a:solidFill>
                <a:latin typeface="Aptos"/>
              </a:rPr>
              <a:t>INCREDIBLE INDIA TOURISM  •  API PROJECT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475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EF7526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0F2342"/>
                </a:solidFill>
                <a:latin typeface="Aptos"/>
              </a:rPr>
              <a:t>API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768096"/>
            <a:ext cx="9875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A646E"/>
                </a:solidFill>
                <a:latin typeface="Aptos"/>
              </a:rPr>
              <a:t>APIs connect the tourism website with useful location and travel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2304288"/>
            <a:ext cx="2606040" cy="1234440"/>
          </a:xfrm>
          <a:prstGeom prst="roundRect">
            <a:avLst/>
          </a:prstGeom>
          <a:solidFill>
            <a:srgbClr val="1B75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00600" y="2496312"/>
            <a:ext cx="26060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9472" y="2971800"/>
            <a:ext cx="23591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Aptos"/>
              </a:rPr>
              <a:t>Request →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89888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59" y="1618488"/>
            <a:ext cx="530352" cy="530352"/>
          </a:xfrm>
          <a:prstGeom prst="roundRect">
            <a:avLst/>
          </a:prstGeom>
          <a:solidFill>
            <a:srgbClr val="1B75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1719072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1554480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F2342"/>
                </a:solidFill>
                <a:latin typeface="Aptos"/>
              </a:rPr>
              <a:t>Geocoding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192024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E2630"/>
                </a:solidFill>
                <a:latin typeface="Aptos"/>
              </a:rPr>
              <a:t>Place/address → latitude &amp; longitude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04487" y="2011680"/>
            <a:ext cx="896113" cy="914400"/>
          </a:xfrm>
          <a:prstGeom prst="line">
            <a:avLst/>
          </a:prstGeom>
          <a:ln w="25400">
            <a:solidFill>
              <a:srgbClr val="1B7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75320" y="1389888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39912" y="1618488"/>
            <a:ext cx="530352" cy="530352"/>
          </a:xfrm>
          <a:prstGeom prst="roundRect">
            <a:avLst/>
          </a:prstGeom>
          <a:solidFill>
            <a:srgbClr val="16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2" y="1719072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1554480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F2342"/>
                </a:solidFill>
                <a:latin typeface="Aptos"/>
              </a:rPr>
              <a:t>Reverse Geocoding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192024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E2630"/>
                </a:solidFill>
                <a:latin typeface="Aptos"/>
              </a:rPr>
              <a:t>Coordinates → readable address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406640" y="2011680"/>
            <a:ext cx="868680" cy="914400"/>
          </a:xfrm>
          <a:prstGeom prst="line">
            <a:avLst/>
          </a:prstGeom>
          <a:ln w="25400">
            <a:solidFill>
              <a:srgbClr val="169D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" y="425196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2959" y="4480560"/>
            <a:ext cx="530352" cy="530352"/>
          </a:xfrm>
          <a:prstGeom prst="roundRect">
            <a:avLst/>
          </a:prstGeom>
          <a:solidFill>
            <a:srgbClr val="EF7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4581144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4416552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F2342"/>
                </a:solidFill>
                <a:latin typeface="Aptos"/>
              </a:rPr>
              <a:t>Places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4782312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E2630"/>
                </a:solidFill>
                <a:latin typeface="Aptos"/>
              </a:rPr>
              <a:t>Nearby attractions, hotels and services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3904487" y="2926080"/>
            <a:ext cx="896113" cy="1947672"/>
          </a:xfrm>
          <a:prstGeom prst="line">
            <a:avLst/>
          </a:prstGeom>
          <a:ln w="25400">
            <a:solidFill>
              <a:srgbClr val="EF75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275320" y="425196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439912" y="4480560"/>
            <a:ext cx="530352" cy="530352"/>
          </a:xfrm>
          <a:prstGeom prst="roundRect">
            <a:avLst/>
          </a:prstGeom>
          <a:solidFill>
            <a:srgbClr val="24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39912" y="4581144"/>
            <a:ext cx="5303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8" y="4416552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F2342"/>
                </a:solidFill>
                <a:latin typeface="Aptos"/>
              </a:rPr>
              <a:t>Weather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8" y="4782312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E2630"/>
                </a:solidFill>
                <a:latin typeface="Aptos"/>
              </a:rPr>
              <a:t>Current / forecast information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06640" y="2926080"/>
            <a:ext cx="868680" cy="1947672"/>
          </a:xfrm>
          <a:prstGeom prst="line">
            <a:avLst/>
          </a:prstGeom>
          <a:ln w="25400">
            <a:solidFill>
              <a:srgbClr val="248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611880" y="5715000"/>
            <a:ext cx="4983480" cy="475488"/>
          </a:xfrm>
          <a:prstGeom prst="round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03320" y="5797296"/>
            <a:ext cx="4800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JavaScript  →  fetch(API_URL)  →  JSON  →  Dynamic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737D87"/>
                </a:solidFill>
                <a:latin typeface="Aptos"/>
              </a:rPr>
              <a:t>INCREDIBLE INDIA TOURISM  •  API PROJECT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475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EF7526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0F2342"/>
                </a:solidFill>
                <a:latin typeface="Aptos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768096"/>
            <a:ext cx="9875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A646E"/>
                </a:solidFill>
                <a:latin typeface="Aptos"/>
              </a:rPr>
              <a:t>Each technology has a clear role in building the tourism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057400" cy="4251960"/>
          </a:xfrm>
          <a:prstGeom prst="roundRect">
            <a:avLst/>
          </a:prstGeom>
          <a:solidFill>
            <a:srgbClr val="FAF7EE"/>
          </a:solidFill>
          <a:ln>
            <a:solidFill>
              <a:srgbClr val="EF7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33271" y="1874519"/>
            <a:ext cx="1005840" cy="1005840"/>
          </a:xfrm>
          <a:prstGeom prst="roundRect">
            <a:avLst/>
          </a:prstGeom>
          <a:solidFill>
            <a:srgbClr val="EF7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2157984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90672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0F2342"/>
                </a:solidFill>
                <a:latin typeface="Aptos"/>
              </a:rP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47872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EF7526"/>
                </a:solidFill>
                <a:latin typeface="Aptos"/>
              </a:rPr>
              <a:t>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41648"/>
            <a:ext cx="1691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1E2630"/>
                </a:solidFill>
                <a:latin typeface="Aptos"/>
              </a:rPr>
              <a:t>Pages • navigation • content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43784" y="1508760"/>
            <a:ext cx="2057400" cy="4251960"/>
          </a:xfrm>
          <a:prstGeom prst="roundRect">
            <a:avLst/>
          </a:prstGeom>
          <a:solidFill>
            <a:srgbClr val="FAF7EE"/>
          </a:solidFill>
          <a:ln>
            <a:solidFill>
              <a:srgbClr val="1B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74136" y="1874519"/>
            <a:ext cx="1005840" cy="1005840"/>
          </a:xfrm>
          <a:prstGeom prst="roundRect">
            <a:avLst/>
          </a:prstGeom>
          <a:solidFill>
            <a:srgbClr val="1B75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74136" y="2157984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3090672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0F2342"/>
                </a:solidFill>
                <a:latin typeface="Aptos"/>
              </a:rPr>
              <a:t>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547872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B75BC"/>
                </a:solidFill>
                <a:latin typeface="Aptos"/>
              </a:rP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4" y="4041648"/>
            <a:ext cx="1691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1E2630"/>
                </a:solidFill>
                <a:latin typeface="Aptos"/>
              </a:rPr>
              <a:t>Colors • layout • animation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84648" y="1508760"/>
            <a:ext cx="2057400" cy="4251960"/>
          </a:xfrm>
          <a:prstGeom prst="roundRect">
            <a:avLst/>
          </a:prstGeom>
          <a:solidFill>
            <a:srgbClr val="FAF7EE"/>
          </a:solidFill>
          <a:ln>
            <a:solidFill>
              <a:srgbClr val="F5A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715000" y="1874519"/>
            <a:ext cx="1005840" cy="1005840"/>
          </a:xfrm>
          <a:prstGeom prst="roundRect">
            <a:avLst/>
          </a:prstGeom>
          <a:solidFill>
            <a:srgbClr val="F5A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0" y="2157984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3090672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0F2342"/>
                </a:solidFill>
                <a:latin typeface="Aptos"/>
              </a:rPr>
              <a:t>JavaScript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547872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5A92A"/>
                </a:solidFill>
                <a:latin typeface="Aptos"/>
              </a:rPr>
              <a:t>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4041648"/>
            <a:ext cx="1691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1E2630"/>
                </a:solidFill>
                <a:latin typeface="Aptos"/>
              </a:rPr>
              <a:t>Events • API calls • dynamic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25512" y="1508760"/>
            <a:ext cx="2057400" cy="4251960"/>
          </a:xfrm>
          <a:prstGeom prst="roundRect">
            <a:avLst/>
          </a:prstGeom>
          <a:solidFill>
            <a:srgbClr val="FAF7EE"/>
          </a:solidFill>
          <a:ln>
            <a:solidFill>
              <a:srgbClr val="6F4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55864" y="1874519"/>
            <a:ext cx="1005840" cy="1005840"/>
          </a:xfrm>
          <a:prstGeom prst="roundRect">
            <a:avLst/>
          </a:prstGeom>
          <a:solidFill>
            <a:srgbClr val="6F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55864" y="2157984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2" y="3090672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0F2342"/>
                </a:solidFill>
                <a:latin typeface="Aptos"/>
              </a:rPr>
              <a:t>REST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0104" y="3547872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6F4EA8"/>
                </a:solidFill>
                <a:latin typeface="Aptos"/>
              </a:rPr>
              <a:t>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8392" y="4041648"/>
            <a:ext cx="1691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1E2630"/>
                </a:solidFill>
                <a:latin typeface="Aptos"/>
              </a:rPr>
              <a:t>External services • JSON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66376" y="1508760"/>
            <a:ext cx="2057400" cy="4251960"/>
          </a:xfrm>
          <a:prstGeom prst="roundRect">
            <a:avLst/>
          </a:prstGeom>
          <a:solidFill>
            <a:srgbClr val="FAF7EE"/>
          </a:solidFill>
          <a:ln>
            <a:solidFill>
              <a:srgbClr val="24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396728" y="1874519"/>
            <a:ext cx="1005840" cy="1005840"/>
          </a:xfrm>
          <a:prstGeom prst="roundRect">
            <a:avLst/>
          </a:prstGeom>
          <a:solidFill>
            <a:srgbClr val="24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96728" y="2157984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3536" y="3090672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0F2342"/>
                </a:solidFill>
                <a:latin typeface="Aptos"/>
              </a:rPr>
              <a:t>Maps / Location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30968" y="3547872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248B56"/>
                </a:solidFill>
                <a:latin typeface="Aptos"/>
              </a:rPr>
              <a:t>Experience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49256" y="4041648"/>
            <a:ext cx="1691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1E2630"/>
                </a:solidFill>
                <a:latin typeface="Aptos"/>
              </a:rPr>
              <a:t>Coordinates • maps • nearby places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737D87"/>
                </a:solidFill>
                <a:latin typeface="Aptos"/>
              </a:rPr>
              <a:t>INCREDIBLE INDIA TOURISM  •  API PROJECT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475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EF7526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0F2342"/>
                </a:solidFill>
                <a:latin typeface="Aptos"/>
              </a:rPr>
              <a:t>Destination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768096"/>
            <a:ext cx="9875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A646E"/>
                </a:solidFill>
                <a:latin typeface="Aptos"/>
              </a:rPr>
              <a:t>A visual tourism interface can present very different Indian travel experiences</a:t>
            </a:r>
          </a:p>
        </p:txBody>
      </p:sp>
      <p:pic>
        <p:nvPicPr>
          <p:cNvPr id="6" name="Picture 5" descr="crop_a_wide_vibrant_landscape_architecture_photo_like.png_38_1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417320"/>
            <a:ext cx="2176272" cy="4434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7472" y="4800600"/>
            <a:ext cx="2176272" cy="105156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965192"/>
            <a:ext cx="1956816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TAJ MAHAL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30952"/>
            <a:ext cx="1956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 i="0">
                <a:solidFill>
                  <a:srgbClr val="E1EBF2"/>
                </a:solidFill>
                <a:latin typeface="Aptos"/>
              </a:rPr>
              <a:t>Agra • Heritage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417320"/>
            <a:ext cx="64008" cy="4434840"/>
          </a:xfrm>
          <a:prstGeom prst="rect">
            <a:avLst/>
          </a:prstGeom>
          <a:solidFill>
            <a:srgbClr val="EF7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rop_wide_scenic_tropical_riverscape_at_golden_hour_sun.png_296_1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624" y="1417320"/>
            <a:ext cx="2176272" cy="44348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706624" y="4800600"/>
            <a:ext cx="2176272" cy="105156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16352" y="4965192"/>
            <a:ext cx="1956816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KERALA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5330952"/>
            <a:ext cx="1956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 i="0">
                <a:solidFill>
                  <a:srgbClr val="E1EBF2"/>
                </a:solidFill>
                <a:latin typeface="Aptos"/>
              </a:rPr>
              <a:t>Backwaters • Nature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06624" y="1417320"/>
            <a:ext cx="64008" cy="4434840"/>
          </a:xfrm>
          <a:prstGeom prst="rect">
            <a:avLst/>
          </a:prstGeom>
          <a:solidFill>
            <a:srgbClr val="24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crop_a_wide_ultra_detailed_landscape_photograph_scene.png_554_1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1417320"/>
            <a:ext cx="2176272" cy="44348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065776" y="4800600"/>
            <a:ext cx="2176272" cy="105156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75504" y="4965192"/>
            <a:ext cx="1956816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HIMALAYAS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5330952"/>
            <a:ext cx="1956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 i="0">
                <a:solidFill>
                  <a:srgbClr val="E1EBF2"/>
                </a:solidFill>
                <a:latin typeface="Aptos"/>
              </a:rPr>
              <a:t>Adventure • Mountains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65776" y="1417320"/>
            <a:ext cx="64008" cy="4434840"/>
          </a:xfrm>
          <a:prstGeom prst="rect">
            <a:avLst/>
          </a:prstGeom>
          <a:solidFill>
            <a:srgbClr val="1B75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rop_a_wide_cinematic_landscape_architectural_travel_p.png_812_1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1417320"/>
            <a:ext cx="2176272" cy="44348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424928" y="4800600"/>
            <a:ext cx="2176272" cy="105156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34656" y="4965192"/>
            <a:ext cx="1956816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HAMPI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6" y="5330952"/>
            <a:ext cx="1956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 i="0">
                <a:solidFill>
                  <a:srgbClr val="E1EBF2"/>
                </a:solidFill>
                <a:latin typeface="Aptos"/>
              </a:rPr>
              <a:t>History • Architecture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24928" y="1417320"/>
            <a:ext cx="64008" cy="4434840"/>
          </a:xfrm>
          <a:prstGeom prst="rect">
            <a:avLst/>
          </a:prstGeom>
          <a:solidFill>
            <a:srgbClr val="F5A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crop_a_wide_vibrant_tropical_beach_sunset_scene_cinem.png_1070_15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0" y="1417320"/>
            <a:ext cx="2176272" cy="443484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9784080" y="4800600"/>
            <a:ext cx="2176272" cy="105156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93808" y="4965192"/>
            <a:ext cx="1956816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GOA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5330952"/>
            <a:ext cx="19568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 i="0">
                <a:solidFill>
                  <a:srgbClr val="E1EBF2"/>
                </a:solidFill>
                <a:latin typeface="Aptos"/>
              </a:rPr>
              <a:t>Beaches • Leisure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80" y="1417320"/>
            <a:ext cx="64008" cy="4434840"/>
          </a:xfrm>
          <a:prstGeom prst="rect">
            <a:avLst/>
          </a:prstGeom>
          <a:solidFill>
            <a:srgbClr val="16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34440" y="6053328"/>
            <a:ext cx="9738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F2342"/>
                </a:solidFill>
                <a:latin typeface="Aptos"/>
              </a:rPr>
              <a:t>The same API-powered architecture can support many destinations and categories.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737D87"/>
                </a:solidFill>
                <a:latin typeface="Aptos"/>
              </a:rPr>
              <a:t>INCREDIBLE INDIA TOURISM  •  API PROJECT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475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EF7526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API Working Flow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768096"/>
            <a:ext cx="9875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D7E1EB"/>
                </a:solidFill>
                <a:latin typeface="Aptos"/>
              </a:rPr>
              <a:t>From destination search to a dynamic tourism result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993392" cy="2011680"/>
          </a:xfrm>
          <a:prstGeom prst="roundRect">
            <a:avLst/>
          </a:prstGeom>
          <a:solidFill>
            <a:srgbClr val="1F3757"/>
          </a:solidFill>
          <a:ln>
            <a:solidFill>
              <a:srgbClr val="46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7864" y="1856231"/>
            <a:ext cx="603504" cy="603504"/>
          </a:xfrm>
          <a:prstGeom prst="roundRect">
            <a:avLst/>
          </a:prstGeom>
          <a:solidFill>
            <a:srgbClr val="EF7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97864" y="2002536"/>
            <a:ext cx="60350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51760"/>
            <a:ext cx="16642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054096"/>
            <a:ext cx="16642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>
                <a:solidFill>
                  <a:srgbClr val="D2E1EC"/>
                </a:solidFill>
                <a:latin typeface="Aptos"/>
              </a:rPr>
              <a:t>Select / search destination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96312" y="2615184"/>
            <a:ext cx="347472" cy="0"/>
          </a:xfrm>
          <a:prstGeom prst="line">
            <a:avLst/>
          </a:prstGeom>
          <a:ln w="25400">
            <a:solidFill>
              <a:srgbClr val="AAC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43784" y="1600200"/>
            <a:ext cx="1993392" cy="2011680"/>
          </a:xfrm>
          <a:prstGeom prst="roundRect">
            <a:avLst/>
          </a:prstGeom>
          <a:solidFill>
            <a:srgbClr val="1F3757"/>
          </a:solidFill>
          <a:ln>
            <a:solidFill>
              <a:srgbClr val="46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38728" y="1856231"/>
            <a:ext cx="603504" cy="603504"/>
          </a:xfrm>
          <a:prstGeom prst="roundRect">
            <a:avLst/>
          </a:prstGeom>
          <a:solidFill>
            <a:srgbClr val="1B75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38728" y="2002536"/>
            <a:ext cx="60350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2651760"/>
            <a:ext cx="16642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054096"/>
            <a:ext cx="16642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>
                <a:solidFill>
                  <a:srgbClr val="D2E1EC"/>
                </a:solidFill>
                <a:latin typeface="Aptos"/>
              </a:rPr>
              <a:t>JavaScript sends API request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37176" y="2615184"/>
            <a:ext cx="347472" cy="0"/>
          </a:xfrm>
          <a:prstGeom prst="line">
            <a:avLst/>
          </a:prstGeom>
          <a:ln w="25400">
            <a:solidFill>
              <a:srgbClr val="AAC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84648" y="1600200"/>
            <a:ext cx="1993392" cy="2011680"/>
          </a:xfrm>
          <a:prstGeom prst="roundRect">
            <a:avLst/>
          </a:prstGeom>
          <a:solidFill>
            <a:srgbClr val="1F3757"/>
          </a:solidFill>
          <a:ln>
            <a:solidFill>
              <a:srgbClr val="46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879592" y="1856231"/>
            <a:ext cx="603504" cy="603504"/>
          </a:xfrm>
          <a:prstGeom prst="roundRect">
            <a:avLst/>
          </a:prstGeom>
          <a:solidFill>
            <a:srgbClr val="16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2002536"/>
            <a:ext cx="60350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651760"/>
            <a:ext cx="16642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054096"/>
            <a:ext cx="16642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>
                <a:solidFill>
                  <a:srgbClr val="D2E1EC"/>
                </a:solidFill>
                <a:latin typeface="Aptos"/>
              </a:rPr>
              <a:t>API processes the request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78040" y="2615184"/>
            <a:ext cx="347472" cy="0"/>
          </a:xfrm>
          <a:prstGeom prst="line">
            <a:avLst/>
          </a:prstGeom>
          <a:ln w="25400">
            <a:solidFill>
              <a:srgbClr val="AAC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25512" y="1600200"/>
            <a:ext cx="1993392" cy="2011680"/>
          </a:xfrm>
          <a:prstGeom prst="roundRect">
            <a:avLst/>
          </a:prstGeom>
          <a:solidFill>
            <a:srgbClr val="1F3757"/>
          </a:solidFill>
          <a:ln>
            <a:solidFill>
              <a:srgbClr val="46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20456" y="1856231"/>
            <a:ext cx="603504" cy="603504"/>
          </a:xfrm>
          <a:prstGeom prst="roundRect">
            <a:avLst/>
          </a:prstGeom>
          <a:solidFill>
            <a:srgbClr val="6F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0456" y="2002536"/>
            <a:ext cx="60350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2651760"/>
            <a:ext cx="16642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0104" y="3054096"/>
            <a:ext cx="16642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>
                <a:solidFill>
                  <a:srgbClr val="D2E1EC"/>
                </a:solidFill>
                <a:latin typeface="Aptos"/>
              </a:rPr>
              <a:t>Data returns as JSON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518904" y="2615184"/>
            <a:ext cx="347472" cy="0"/>
          </a:xfrm>
          <a:prstGeom prst="line">
            <a:avLst/>
          </a:prstGeom>
          <a:ln w="25400">
            <a:solidFill>
              <a:srgbClr val="AAC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66376" y="1600200"/>
            <a:ext cx="1993392" cy="2011680"/>
          </a:xfrm>
          <a:prstGeom prst="roundRect">
            <a:avLst/>
          </a:prstGeom>
          <a:solidFill>
            <a:srgbClr val="1F3757"/>
          </a:solidFill>
          <a:ln>
            <a:solidFill>
              <a:srgbClr val="46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61320" y="1856231"/>
            <a:ext cx="603504" cy="603504"/>
          </a:xfrm>
          <a:prstGeom prst="roundRect">
            <a:avLst/>
          </a:prstGeom>
          <a:solidFill>
            <a:srgbClr val="24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61320" y="2002536"/>
            <a:ext cx="60350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30968" y="2651760"/>
            <a:ext cx="16642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DISPLAY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30968" y="3054096"/>
            <a:ext cx="16642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>
                <a:solidFill>
                  <a:srgbClr val="D2E1EC"/>
                </a:solidFill>
                <a:latin typeface="Aptos"/>
              </a:rPr>
              <a:t>Website shows map / places / cards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160520"/>
            <a:ext cx="107442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1560" y="437083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EF7526"/>
                </a:solidFill>
                <a:latin typeface="Aptos"/>
              </a:rPr>
              <a:t>PROJECT OUTCOME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4279392"/>
            <a:ext cx="80924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 dirty="0">
                <a:solidFill>
                  <a:srgbClr val="0F2342"/>
                </a:solidFill>
                <a:latin typeface="Aptos"/>
              </a:rPr>
              <a:t>A colorful, responsive tourism website that combines destination discovery with API-powered location data.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16167" y="5102352"/>
            <a:ext cx="2644313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N" sz="1000" dirty="0">
                <a:solidFill>
                  <a:srgbClr val="1E2630"/>
                </a:solidFill>
                <a:latin typeface="Aptos"/>
                <a:hlinkClick r:id="rId2"/>
              </a:rPr>
              <a:t>https://incredindia.netlify.app/</a:t>
            </a:r>
            <a:endParaRPr sz="1000" b="0" i="0" dirty="0">
              <a:solidFill>
                <a:srgbClr val="1E2630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977639" y="5715000"/>
            <a:ext cx="4251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F5A92A"/>
                </a:solidFill>
                <a:latin typeface="Aptos"/>
              </a:rPr>
              <a:t>THANK YOU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C8D7E6"/>
                </a:solidFill>
                <a:latin typeface="Aptos"/>
              </a:rPr>
              <a:t>INCREDIBLE INDIA TOURISM  •  API PROJECT                        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572</Words>
  <Application>Microsoft Office PowerPoint</Application>
  <PresentationFormat>Widescreen</PresentationFormat>
  <Paragraphs>154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Aarohan</cp:lastModifiedBy>
  <cp:revision>5</cp:revision>
  <dcterms:created xsi:type="dcterms:W3CDTF">2013-01-27T09:14:16Z</dcterms:created>
  <dcterms:modified xsi:type="dcterms:W3CDTF">2026-09-26T09:43:00Z</dcterms:modified>
  <cp:category/>
</cp:coreProperties>
</file>